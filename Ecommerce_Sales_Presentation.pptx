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048DE6-1F8C-4B62-BD64-E3E2ECB6EDA3}" v="72" dt="2026-03-30T21:03:14.973"/>
    <p1510:client id="{55E6129C-F46F-FCAE-FF79-A20D2B829055}" v="3" dt="2026-03-30T21:06:52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E-commerce Sales Dashboard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Revenue Analysis by Category and Month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Prepared by: Adulis Tesfai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1285-4C0A-58E6-5D8E-2FE3F040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Business Objective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437D3-018F-4C7E-05AC-141988F1D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objective of this analysis is to evaluate e-commerce sales performance across product categories and time in order to identify key revenue drivers, uncover trends, and support data-</a:t>
            </a:r>
            <a:r>
              <a:rPr lang="en-US">
                <a:ea typeface="+mn-lt"/>
                <a:cs typeface="+mn-lt"/>
              </a:rPr>
              <a:t>driven decision-making. </a:t>
            </a:r>
          </a:p>
          <a:p>
            <a:r>
              <a:rPr lang="en-US">
                <a:ea typeface="+mn-lt"/>
                <a:cs typeface="+mn-lt"/>
              </a:rPr>
              <a:t>This dashboard enables quick identification of high-performing categories and seasonal trends.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855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19FC-0D27-722C-6353-ED9AFB43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4B8D5-145D-C9D3-6735-008BDADA0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Dataset: E-commerce transactions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Key fields: Order ID, Product Category, Revenue, Date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cleaning performed using Power Query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Removed duplicates and ensured correct data types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Created derived fields: Month and Year for trend analysis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738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B8EC-AC9D-D2E9-A893-03F8BFBC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Revenue by Category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741ED9-8A9B-2C4E-EEEB-2AEB89343A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464360"/>
            <a:ext cx="5181600" cy="307207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3DB6B5-4880-EB5E-2C61-70E08E8EC4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Electronics is the highest revenue-generating category, significantly outperforming others and acting as the primary driver of total sales.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1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4F6B-F640-BACF-99E6-C560B63F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Revenue by Month</a:t>
            </a:r>
            <a:endParaRPr lang="en-US"/>
          </a:p>
        </p:txBody>
      </p:sp>
      <p:pic>
        <p:nvPicPr>
          <p:cNvPr id="5" name="Content Placeholder 4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2EBC2829-8113-9C88-C06C-BCBA46CDCF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41440"/>
            <a:ext cx="5181600" cy="332011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FA80B-D224-682C-3025-C90733640C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Revenue shows a generally stable trend throughout the year, with noticeable peaks in April and December, suggesting potential seasonal demand patterns.</a:t>
            </a:r>
          </a:p>
          <a:p>
            <a:r>
              <a:rPr lang="en-US" dirty="0"/>
              <a:t>Lower performance in mid-year months may indicate opportunities for targeted promotions.</a:t>
            </a:r>
          </a:p>
        </p:txBody>
      </p:sp>
    </p:spTree>
    <p:extLst>
      <p:ext uri="{BB962C8B-B14F-4D97-AF65-F5344CB8AC3E}">
        <p14:creationId xmlns:p14="http://schemas.microsoft.com/office/powerpoint/2010/main" val="3676213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B1BA-DB61-4C09-F568-C3AE79AA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DEC30-C270-59CB-F3CF-156C3690B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164"/>
            <a:ext cx="10515600" cy="45857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Electronics</a:t>
            </a:r>
            <a:r>
              <a:rPr lang="en-US">
                <a:ea typeface="+mn-lt"/>
                <a:cs typeface="+mn-lt"/>
              </a:rPr>
              <a:t> is the dominant revenue driver, significantly outperforming all other categories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Home and Sports contribute moderate but meaningful revenue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Revenue remains relatively stable throughout the year with peaks in </a:t>
            </a:r>
            <a:r>
              <a:rPr lang="en-US" b="1" dirty="0">
                <a:ea typeface="+mn-lt"/>
                <a:cs typeface="+mn-lt"/>
              </a:rPr>
              <a:t>April and December </a:t>
            </a:r>
            <a:endParaRPr lang="en-US" b="1" dirty="0"/>
          </a:p>
          <a:p>
            <a:r>
              <a:rPr lang="en-US">
                <a:ea typeface="+mn-lt"/>
                <a:cs typeface="+mn-lt"/>
              </a:rPr>
              <a:t>Seasonal patterns suggest opportunities for targeted marketing and promotions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785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1CF0-935F-BDCC-9CA5-73A15092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Recommendations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C67F9-984F-617E-3437-EED1B7668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Focus marketing and inventory efforts on Electronics to maximize revenue growth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Leverage peak months (April and December) with targeted campaigns and promotions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Implement strategies to boost performance in </a:t>
            </a:r>
            <a:r>
              <a:rPr lang="en-US" b="1">
                <a:ea typeface="+mn-lt"/>
                <a:cs typeface="+mn-lt"/>
              </a:rPr>
              <a:t>lower-performing months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Explore opportunities to grow underperforming categories through pricing or promotions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71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E-commerce Sales Dashboard</vt:lpstr>
      <vt:lpstr>Business Objective </vt:lpstr>
      <vt:lpstr>Data Overview</vt:lpstr>
      <vt:lpstr>Revenue by Category</vt:lpstr>
      <vt:lpstr>Revenue by Month</vt:lpstr>
      <vt:lpstr>Key Insights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72</cp:revision>
  <dcterms:created xsi:type="dcterms:W3CDTF">2026-03-30T16:06:02Z</dcterms:created>
  <dcterms:modified xsi:type="dcterms:W3CDTF">2026-03-30T21:07:55Z</dcterms:modified>
</cp:coreProperties>
</file>